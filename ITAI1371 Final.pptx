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Ubuntu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-bold.fntdata"/><Relationship Id="rId10" Type="http://schemas.openxmlformats.org/officeDocument/2006/relationships/font" Target="fonts/Ubuntu-regular.fntdata"/><Relationship Id="rId13" Type="http://schemas.openxmlformats.org/officeDocument/2006/relationships/font" Target="fonts/Ubuntu-boldItalic.fntdata"/><Relationship Id="rId12" Type="http://schemas.openxmlformats.org/officeDocument/2006/relationships/font" Target="fonts/Ubuntu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9dc772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9dc772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d9dc7729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d9dc7729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d9dc7729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d9dc7729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arashnic/hr-analytics-job-change-of-data-scientists/dat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ITAI1371 Final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Stuart Fairchild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651325" y="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HR Analytics: Job Change of Data Scientists</a:t>
            </a:r>
            <a:b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</a:br>
            <a:r>
              <a:rPr lang="en" sz="1400" u="sng">
                <a:solidFill>
                  <a:schemeClr val="hlink"/>
                </a:solidFill>
                <a:hlinkClick r:id="rId3"/>
              </a:rPr>
              <a:t>https://www.kaggle.com/datasets/arashnic/hr-analytics-job-change-of-data-scientists/data</a:t>
            </a:r>
            <a:endParaRPr sz="1400"/>
          </a:p>
          <a:p>
            <a:pPr indent="0" lvl="0" marL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Prediction of moving to a new job 			size: ~20K rows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BBBEBF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2" name="Google Shape;62;p14"/>
          <p:cNvSpPr txBox="1"/>
          <p:nvPr/>
        </p:nvSpPr>
        <p:spPr>
          <a:xfrm>
            <a:off x="934400" y="1538050"/>
            <a:ext cx="21003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 u="sng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Raw: 14 columns</a:t>
            </a:r>
            <a:endParaRPr b="1" sz="1050" u="sng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enrollee_id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city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city_development_index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gender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relevent_experience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enrolled_university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education_level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experience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company_size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last_new_job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training_hours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Target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90900" y="1645600"/>
            <a:ext cx="2485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 u="sng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After EDA: 24 columns </a:t>
            </a:r>
            <a:endParaRPr b="1" sz="1050" u="sng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training_per_experience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training_hours_log1p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city_ordinal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gender_ordinal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enrolled_university_ordinal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relevent_experience_ordinal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education_level_ordinal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last_new_job_num_ordinal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company_size_ordinal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experience_num_ordinal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major_discipline_Arts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major_discipline_Business Degree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076775" y="1822800"/>
            <a:ext cx="34281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major_discipline_Humanities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major_discipline_No Major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major_discipline_Other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major_discipline_STEM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company_type_Early Stage Startup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company_type_Funded Startup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company_type_NGO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company_type_Other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company_type_Public Sector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company_type_Pvt Ltd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city_development_index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target</a:t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Best performing models:</a:t>
            </a:r>
            <a:endParaRPr/>
          </a:p>
          <a:p>
            <a:pPr indent="-2952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Gradient Boosting Classifier (e.g., XGBoost or LightGBM)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Random Forest Classifier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Classifier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Logistic Regression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K-Nearest Neighbors Classifier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Support Vector Classifier (SVC3)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 K-folds to cross-validate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 very unbalanced. Target 0 (~14K), Target 1 (~6K) = ROC AUC best for evaluation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669825"/>
            <a:ext cx="8520600" cy="43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 Classifier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Top 3 models</a:t>
            </a:r>
            <a:endParaRPr/>
          </a:p>
          <a:p>
            <a:pPr indent="-2952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Gradient Boosting Classifier (e.g., XGBoost or LightGBM)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Random Forest Classifier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Classifier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AUC : 0.796 (Performed better)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Bayesian Ensemble (Weighted)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ROC AUC: 0.779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